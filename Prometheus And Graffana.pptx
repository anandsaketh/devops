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And Graffana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Prometheus and Grafana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is an open-source monitoring and alerting toolkit designed for reliability and scalability.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Grafana is an open-source platform for data visualization and analytics, often used alongside Prometheus.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Together, they provide a powerful solution for real-time monitoring and insightful data visualization.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Prometheus?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collects metrics from configured targets at specified intervals.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stores the metrics data in a time-series database optimized for high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offers a flexible query language called PromQL for data analysis and alerting.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Grafana?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Grafana enables users to create interactive and customizable dashboards using various data sources.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supports multiple visualization options such as graphs, heatmaps, and tables.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Grafana facilitates real-time data monitoring and alert notifications based on user-defined thresholds.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 Prometheus and Grafana Work Together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collects and stores metrics data, exposing it via HTTP endpoints.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Grafana connects to Prometheus as a data source to retrieve and visualize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integration allows for comprehensive dashboards that reflect system health and performance metrics.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Features of Prometheus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provides powerful querying capabilities with PromQL for complex data analysis.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has a built-in alerting system that can notify users of potential issues.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is designed for reliability, with features like service discovery and multi-dimensional data.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Features of Grafana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Grafana offers customizable and shareable dashboards suitable for diverse audiences.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supports alerting and notification channels for proactive monitoring.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Grafana integrates with numerous data sources beyond Prometheus, including MySQL, Elasticsearch, and more.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Cases and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and Grafana are widely used for monitoring cloud infrastructure and microservices.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are valuable for tracking application performance and detecting anomalies early.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Organizations utilize this combo for DevOps, system administration, and business intelligence.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Prometheus and Grafana together form a comprehensive monitoring and visualization ecosystem.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Their open-source nature encourages community support and continuous improvements.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further learning, explore official documentation, tutorials, and community forums to enhance your skills.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 And Graffana</dc:title>
  <dc:subject>Prometheus And Graffana</dc:subject>
  <dc:creator>SlideMake.com</dc:creator>
  <cp:lastModifiedBy>SlideMake.com</cp:lastModifiedBy>
  <cp:revision>1</cp:revision>
  <dcterms:created xsi:type="dcterms:W3CDTF">2026-03-28T04:58:08Z</dcterms:created>
  <dcterms:modified xsi:type="dcterms:W3CDTF">2026-03-28T04:58:08Z</dcterms:modified>
</cp:coreProperties>
</file>