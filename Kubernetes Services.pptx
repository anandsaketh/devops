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Kubernetes Services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Kubernetes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Kubernetes services provide a way to expose applications running in a cluster to other services or external clients.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enable load balancing and service discovery within the Kubernetes environment.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services is essential for managing network access and scaling applications effectively.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of Kubernetes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There are four main types of services: ClusterIP, NodePort, LoadBalancer, and ExternalName.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Each type serves different use cases, from internal communication to exposing services externally.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Choosing the right service type depends on your application's needs and deployment environment.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ClusterIP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ClusterIP is the default service type that exposes the service only within the Kubernetes cluster.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provides a stable internal IP for communication between pods.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type is ideal for internal microservice communication and does not expose the service outside the cluster.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NodePort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NodePort exposes the service on a static port on each node’s IP address.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allows external access to the service by connecting to any node’s IP and the NodePort.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method is simple but limited in scalability and flexibility for production environments.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LoadBalancer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LoadBalancer creates an external load balancer (if supported by the cloud provider) to distribute traffic.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provides a single entry point with a stable IP for external access.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service type simplifies exposure of services in cloud environments like AWS, GCP, and Azure.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ExternalName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ExternalName maps a service to a DNS name outside the cluster.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does not create a typical proxy but returns a CNAME record for external services.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approach is useful for integrating external resources without exposing internal service details.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Service Discovery and Load Balancing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Kubernetes automatically assigns DNS names to services for easy service discovery within the cluster.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Services can distribute network traffic evenly across pod endpoints using built-in load balancing.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setup enhances application resilience and performance under varying loads.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Summary and Best Practices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Choosing the right service type depends on your application's exposure, scalability, and environment.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Always consider security implications when exposing services externally.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Properly configuring services ensures reliable, scalable, and manageable application deployments in Kubernetes.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Services</dc:title>
  <dc:subject>Kubernetes Services</dc:subject>
  <dc:creator>SlideMake.com</dc:creator>
  <cp:lastModifiedBy>SlideMake.com</cp:lastModifiedBy>
  <cp:revision>1</cp:revision>
  <dcterms:created xsi:type="dcterms:W3CDTF">2026-03-28T04:53:01Z</dcterms:created>
  <dcterms:modified xsi:type="dcterms:W3CDTF">2026-03-28T04:53:01Z</dcterms:modified>
</cp:coreProperties>
</file>